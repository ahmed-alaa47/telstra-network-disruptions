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Telstra Network Disruptions</a:t>
            </a:r>
          </a:p>
          <a:p>
            <a:r>
              <a:t>Neural Network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model predicts network fault severity.</a:t>
            </a:r>
          </a:p>
          <a:p>
            <a:r>
              <a:t>Achieved 68% accuracy.</a:t>
            </a:r>
          </a:p>
          <a:p>
            <a:r>
              <a:t>Real-time API deployed.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Predict fault severity from network logs.</a:t>
            </a:r>
          </a:p>
          <a:p>
            <a:r>
              <a:t>Business Impact:</a:t>
            </a:r>
          </a:p>
          <a:p>
            <a:r>
              <a:t>- Early issue detection</a:t>
            </a:r>
          </a:p>
          <a:p>
            <a:r>
              <a:t>- Proactive maintenance</a:t>
            </a:r>
          </a:p>
          <a:p>
            <a:r>
              <a:t>- Reduced downtime</a:t>
            </a:r>
          </a:p>
          <a:p>
            <a:r>
              <a:t>- Improved customer satisfaction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Training: 1000 samples | Test: 200 samples</a:t>
            </a:r>
          </a:p>
          <a:p>
            <a:r>
              <a:t>17 engineered features | 3 severity classes</a:t>
            </a:r>
          </a:p>
          <a:p/>
          <a:p>
            <a:r>
              <a:t>Sources: train.csv, event_type.csv, log_feature.csv,</a:t>
            </a:r>
          </a:p>
          <a:p>
            <a:r>
              <a:t>resource_type.csv, severity_type.csv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0 (No Fault): 50%</a:t>
            </a:r>
          </a:p>
          <a:p>
            <a:r>
              <a:t>Class 1 (Few Faults): 30%</a:t>
            </a:r>
          </a:p>
          <a:p>
            <a:r>
              <a:t>Class 2 (Many Faults): 20%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Aggregated: event/log/resource/severity counts</a:t>
            </a:r>
          </a:p>
          <a:p>
            <a:r>
              <a:t>Derived: ratios, total features</a:t>
            </a:r>
          </a:p>
          <a:p>
            <a:r>
              <a:t>Encoded: location, event mode, resource mode, severity 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 hidden layers (128, 64, 32) with ReLU, BatchNorm, Dropout(0.3)</a:t>
            </a:r>
          </a:p>
          <a:p>
            <a:r>
              <a:t>Output: Softmax (3 classes)</a:t>
            </a:r>
          </a:p>
          <a:p>
            <a:r>
              <a:t>Params: ~25k, Optimizer: Adam (lr=0.001)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Batch Size: 32</a:t>
            </a:r>
          </a:p>
          <a:p>
            <a:r>
              <a:t>Epochs: 100 + early stopping</a:t>
            </a:r>
          </a:p>
          <a:p>
            <a:r>
              <a:t>Loss: Sparse Categorical Crossentropy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68%</a:t>
            </a:r>
          </a:p>
          <a:p>
            <a:r>
              <a:t>Precision: 66.5%</a:t>
            </a:r>
          </a:p>
          <a:p>
            <a:r>
              <a:t>Recall: 68%</a:t>
            </a:r>
          </a:p>
          <a:p>
            <a:r>
              <a:t>F1‑Score: 67.2%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